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203A"/>
                </a:solidFill>
                <a:latin typeface="Calibri"/>
              </a:rPr>
              <a:t>Monthly Average Temperature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Temperature (°C)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</c:v>
                </c:pt>
                <c:pt idx="1">
                  <c:v>17</c:v>
                </c:pt>
                <c:pt idx="2">
                  <c:v>22</c:v>
                </c:pt>
                <c:pt idx="3">
                  <c:v>28</c:v>
                </c:pt>
                <c:pt idx="4">
                  <c:v>33</c:v>
                </c:pt>
                <c:pt idx="5">
                  <c:v>34</c:v>
                </c:pt>
                <c:pt idx="6">
                  <c:v>30</c:v>
                </c:pt>
                <c:pt idx="7">
                  <c:v>29</c:v>
                </c:pt>
                <c:pt idx="8">
                  <c:v>28</c:v>
                </c:pt>
                <c:pt idx="9">
                  <c:v>24</c:v>
                </c:pt>
                <c:pt idx="10">
                  <c:v>19</c:v>
                </c:pt>
                <c:pt idx="11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E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A85"/>
                    </a:solidFill>
                    <a:latin typeface="Arial"/>
                  </a:rPr>
                  <a:t>°C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203A"/>
                </a:solidFill>
                <a:latin typeface="Calibri"/>
              </a:rPr>
              <a:t>Prediction Accuracy by Model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KNN</c:v>
                  </c:pt>
                  <c:pt idx="4">
                    <c:v>LSTM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89</c:v>
                </c:pt>
                <c:pt idx="3">
                  <c:v>80</c:v>
                </c:pt>
                <c:pt idx="4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7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"/>
            <a:ext cx="2011680" cy="2011680"/>
          </a:xfrm>
          <a:prstGeom prst="ellipse">
            <a:avLst/>
          </a:prstGeom>
          <a:solidFill>
            <a:srgbClr val="223055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822960"/>
            <a:ext cx="1554480" cy="1554480"/>
          </a:xfrm>
          <a:prstGeom prst="ellipse">
            <a:avLst/>
          </a:prstGeom>
          <a:solidFill>
            <a:srgbClr val="223055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1280160"/>
            <a:ext cx="2377440" cy="1371600"/>
          </a:xfrm>
          <a:prstGeom prst="ellipse">
            <a:avLst/>
          </a:prstGeom>
          <a:solidFill>
            <a:srgbClr val="2230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MINOR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Data Analysis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Prediction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Forecast Temperature, Rainfall and Weather Trends from Historical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82880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94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/ B.Sc (CS) — 2nd Year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15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Name, Department of Computer Science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College / University Name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Weather Data Analysis?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is the process of examining historical meteorological records — temperature, humidity, wind speed, pressure and rainfall — to understand patterns and relationships in the atmosphere. When combined with machine learning, this analysis can be used to predict future weather conditions.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1810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affects agriculture, transport, aviation, and daily human activity.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6850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forecasting relies on complex physical simulations that are costly to run.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models learn directly from years of recorded weather data.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60920" y="1554480"/>
            <a:ext cx="4251960" cy="4480560"/>
          </a:xfrm>
          <a:prstGeom prst="roundRect">
            <a:avLst>
              <a:gd name="adj" fmla="val 2581"/>
            </a:avLst>
          </a:prstGeom>
          <a:solidFill>
            <a:srgbClr val="EA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1965960"/>
            <a:ext cx="1417320" cy="14173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0" descr="/home/claude/weather_ppt/ico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2334463"/>
            <a:ext cx="680314" cy="68031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58952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343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sensor &amp; station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into actionable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predictions.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Forecasting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home/claude/weather_ppt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8937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Numerical Weather Prediction (NWP) systems require massive computing power, expert calibration, and still struggle with short-term, localized accuracy. There is a need for a lightweight, data-driven system that can learn patterns directly from historical records and generate reliable, low-cost predictions for a specific region.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EA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501091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 of physics-based models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36392" y="4160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EA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136392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00984" y="501091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for hyper-local, short-term forecasts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24144" y="4160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EAF4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24144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5888736" y="501091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for updating predictions in real time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Aims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449324" y="20116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eather_pp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2225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Historical Data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9476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multi-year weather records to identify seasonal trends and correlations.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FDF2E3"/>
          </a:solidFill>
          <a:ln/>
        </p:spPr>
      </p:sp>
      <p:sp>
        <p:nvSpPr>
          <p:cNvPr id="11" name="Shape 8"/>
          <p:cNvSpPr/>
          <p:nvPr/>
        </p:nvSpPr>
        <p:spPr>
          <a:xfrm>
            <a:off x="4302252" y="201168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2" name="Image 1" descr="/home/claude/weather_ppt/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222" y="22256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8728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306324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Prepare Data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379476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outliers and normalize features for modelling.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4496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EAF4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20116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weather_ppt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150" y="22256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1656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306324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Prediction Models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37376" y="379476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ML models to forecast temperature and rainfall.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07424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FDF2E3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8108" y="201168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4" name="Image 3" descr="/home/claude/weather_ppt/icon_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078" y="222565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44584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244584" y="306324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Visualize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290304" y="379476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model accuracy and present results through clear visualizations.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 to Weather Forecasting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eather_ppt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373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prediction methods have evolved from purely physical simulations to hybrid, data-driven systems: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383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23360" y="2514600"/>
            <a:ext cx="3749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33088" y="2514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2514600"/>
            <a:ext cx="3749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73568" y="2514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3383280" cy="77724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92608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Weather Prediction (NWP)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23360" y="2926080"/>
            <a:ext cx="3749040" cy="77724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33088" y="292608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physical equations of atmospheric dynamics on supercomputers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2926080"/>
            <a:ext cx="3749040" cy="77724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73568" y="292608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resource-intensive; coarse spatial resolution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70332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 (ARIMA, Regression)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023360" y="370332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33088" y="370332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mathematical trends to historical time-series data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63840" y="370332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73568" y="370332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non-linear, complex weather patterns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480560"/>
            <a:ext cx="3383280" cy="77724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448056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 (RF, SVM)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023360" y="4480560"/>
            <a:ext cx="3749040" cy="77724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33088" y="448056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labelled historical features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63840" y="4480560"/>
            <a:ext cx="3749040" cy="77724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73568" y="448056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good feature engineering; limited long-range memory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525780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525780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(LSTM, CNN)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023360" y="525780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33088" y="525780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temporal/spatial patterns automatically from raw data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863840" y="525780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73568" y="525780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 and higher training time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228600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" y="2560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eather_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331" y="27505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6948" y="3520440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72284" y="3392424"/>
            <a:ext cx="219456" cy="16459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9" name="Shape 6"/>
          <p:cNvSpPr/>
          <p:nvPr/>
        </p:nvSpPr>
        <p:spPr>
          <a:xfrm>
            <a:off x="2510028" y="228600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E4EEF2"/>
          </a:solidFill>
          <a:ln/>
        </p:spPr>
      </p:sp>
      <p:sp>
        <p:nvSpPr>
          <p:cNvPr id="10" name="Shape 7"/>
          <p:cNvSpPr/>
          <p:nvPr/>
        </p:nvSpPr>
        <p:spPr>
          <a:xfrm>
            <a:off x="2944368" y="2560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ather_ppt/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63" y="27505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83180" y="3520440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28516" y="3392424"/>
            <a:ext cx="219456" cy="16459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14" name="Shape 10"/>
          <p:cNvSpPr/>
          <p:nvPr/>
        </p:nvSpPr>
        <p:spPr>
          <a:xfrm>
            <a:off x="4366260" y="228600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EA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4800600" y="2560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eather_ppt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795" y="27505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39412" y="3520440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984748" y="3392424"/>
            <a:ext cx="219456" cy="16459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19" name="Shape 14"/>
          <p:cNvSpPr/>
          <p:nvPr/>
        </p:nvSpPr>
        <p:spPr>
          <a:xfrm>
            <a:off x="6222492" y="228600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E4EE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656832" y="2560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eather_ppt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27" y="275051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95644" y="3520440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840980" y="3392424"/>
            <a:ext cx="219456" cy="16459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24" name="Shape 18"/>
          <p:cNvSpPr/>
          <p:nvPr/>
        </p:nvSpPr>
        <p:spPr>
          <a:xfrm>
            <a:off x="8078724" y="228600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EAF4F8"/>
          </a:solidFill>
          <a:ln/>
        </p:spPr>
      </p:sp>
      <p:sp>
        <p:nvSpPr>
          <p:cNvPr id="25" name="Shape 19"/>
          <p:cNvSpPr/>
          <p:nvPr/>
        </p:nvSpPr>
        <p:spPr>
          <a:xfrm>
            <a:off x="8513064" y="2560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weather_ppt/icon_trop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259" y="2750515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51876" y="3520440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697212" y="3392424"/>
            <a:ext cx="219456" cy="16459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29" name="Shape 22"/>
          <p:cNvSpPr/>
          <p:nvPr/>
        </p:nvSpPr>
        <p:spPr>
          <a:xfrm>
            <a:off x="9934956" y="228600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E4EEF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369296" y="2560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weather_ppt/icon_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9491" y="2750515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008108" y="3520440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pipeline takes raw meteorological data through cleaning and analysis before training multiple models, comparing their performance, and generating final weather predictions.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9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eather_ppt/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92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pipeline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9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weather_ppt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0985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892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43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and numerical computation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9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eather_ppt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0985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1892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Seaborn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743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trends, distributions and correlations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9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3434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eather_ppt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45217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315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 / TensorFlow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training prediction models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9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3434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weather_ppt/icon_too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308" y="45217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315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and experimentation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9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3434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weather_ppt/icon_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068" y="452170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89720" y="4315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/ OpenWeatherMap API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historical &amp; live weather data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a historical daily weather dataset (e.g. Kaggle's Weather Dataset or a national meteorological department archive) covering several years of station readings.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1264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697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6974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6126480" cy="45720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81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081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observation used to derive seasonal/trend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6126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38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(Min/Max)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538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minimum and maximum temperature in °C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6126480" cy="45720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95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995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 percentage recorded at the station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6126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53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&amp; Direction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4453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(km/h) and direction of surface wind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10328"/>
            <a:ext cx="6126480" cy="457200"/>
          </a:xfrm>
          <a:prstGeom prst="rect">
            <a:avLst/>
          </a:prstGeom>
          <a:solidFill>
            <a:srgbClr val="F4F9FB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9103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910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Sea-level pressure in hPa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367528"/>
            <a:ext cx="6126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367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5367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recorded in millimetres (target for rain prediction)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16002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0" descr="/home/claude/weather_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4" y="1837944"/>
            <a:ext cx="438912" cy="43891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31520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 Years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historical records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Features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daily atmospheric state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Targets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rainfall prediction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Raw Data for Modelling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9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Missing Values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7099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drop records with missing temperature, humidity or rainfall readings.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78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Outliers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57860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treat sensor errors and extreme anomalies using statistical thresholds.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74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47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44728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new features such as month, season, and rolling averages from the date.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43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315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/ Scale Features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31596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all numerical features to a comparable range for stable model training.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184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518464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chronologically (e.g. 80:20) to fairly evaluate prediction performance.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Uncovering Seasonal Temperature Trends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0020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F4F9FB"/>
          </a:solidFill>
          <a:ln/>
        </p:spPr>
      </p:sp>
      <p:sp>
        <p:nvSpPr>
          <p:cNvPr id="6" name="Shape 3"/>
          <p:cNvSpPr/>
          <p:nvPr/>
        </p:nvSpPr>
        <p:spPr>
          <a:xfrm>
            <a:off x="763524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weather_ppt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61" y="19952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635240" y="2752344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86384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peaks in June, aligning with the pre-monsoon period.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635240" y="3502152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0" y="33558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is heavily concentrated in the June–September monsoon window.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35240" y="4251960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863840" y="41056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months (Dec–Feb) show the lowest variance in daily readings.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635240" y="5001768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0" y="48554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strongly correlates with rainfall onset, a useful predictive feature.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 for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449324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eather_ppt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108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06908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to capture straightforward linear relationships between features and temperature.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1568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FDF2E3"/>
          </a:solidFill>
          <a:ln/>
        </p:spPr>
      </p:sp>
      <p:sp>
        <p:nvSpPr>
          <p:cNvPr id="10" name="Shape 7"/>
          <p:cNvSpPr/>
          <p:nvPr/>
        </p:nvSpPr>
        <p:spPr>
          <a:xfrm>
            <a:off x="4302252" y="205740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/home/claude/weather_ppt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222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3108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/ Random Forest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406908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that captures non-linear interactions between humidity, pressure and rainfall.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EA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eather_ppt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150" y="2271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3108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Neighbours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406908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weather based on the most similar historical days in the feature space.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7424" y="1691640"/>
            <a:ext cx="2624328" cy="4023360"/>
          </a:xfrm>
          <a:prstGeom prst="roundRect">
            <a:avLst>
              <a:gd name="adj" fmla="val 3484"/>
            </a:avLst>
          </a:prstGeom>
          <a:solidFill>
            <a:srgbClr val="FDF2E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08108" y="205740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1" name="Image 3" descr="/home/claude/weather_ppt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078" y="22713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3108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(Deep Learning)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290304" y="406908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 that learns long-term temporal dependencies in sequential weather data.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459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4F9FB"/>
          </a:solidFill>
          <a:ln/>
        </p:spPr>
      </p:sp>
      <p:sp>
        <p:nvSpPr>
          <p:cNvPr id="6" name="Shape 3"/>
          <p:cNvSpPr/>
          <p:nvPr/>
        </p:nvSpPr>
        <p:spPr>
          <a:xfrm>
            <a:off x="7909560" y="187452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/home/claude/weather_ppt/icon_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1" y="20409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Performer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— 92%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33832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network achieved the highest accuracy by learning temporal dependencies across consecutive days, closely followed by Random Forest, which handled non-linear feature interactions well. Evaluation used RMSE and R² alongside accuracy for a complete picture.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System Adds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449324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eather_ppt/ico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23170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1546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9476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farmers plan sowing and irrigation around predicted rainfall.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FDF2E3"/>
          </a:solidFill>
          <a:ln/>
        </p:spPr>
      </p:sp>
      <p:sp>
        <p:nvSpPr>
          <p:cNvPr id="10" name="Shape 7"/>
          <p:cNvSpPr/>
          <p:nvPr/>
        </p:nvSpPr>
        <p:spPr>
          <a:xfrm>
            <a:off x="4302252" y="210312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/home/claude/weather_ppt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222" y="23170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31546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Aviation &amp; Transport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379476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flight and route planning with short-term forecasts.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EA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eather_ppt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150" y="23170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31546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Management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379476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 for heavy rainfall, storms and heatwaves.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07424" y="173736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FDF2E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08108" y="210312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1" name="Image 3" descr="/home/claude/weather_ppt/icon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078" y="23170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31546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Life &amp; Energy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290304" y="379476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personal planning and renewable energy load forecasting.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eather_ppt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84378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was built from raw data to trained ML models.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71246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and Random Forest outperformed simpler baseline models.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58114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4434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that data-driven forecasting is a viable, low-cost complement to traditional methods.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DF2E3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6" name="Image 1" descr="/home/claude/weather_ppt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13238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152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37960" y="2843784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6656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data via weather APIs for real-time predictions.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37960" y="3712464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6656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forecast extreme events like storms and heatwaves.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37960" y="4581144"/>
            <a:ext cx="91440" cy="914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66560" y="4434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or mobile app for public and farmer-facing use.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 and Prediction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Historical Weather Data / Rain in Australia Dataset, kaggle.com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 Documentation, openweathermap.org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al., "Scikit-learn: Machine Learning in Python", JMLR 2011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 &amp; Schmidhuber, "Long Short-Term Memory", Neural Computation 1997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|  Department of Computer Science  |  Your College Name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2026-09-01T19:26:12Z</dcterms:created>
  <dcterms:modified xsi:type="dcterms:W3CDTF">2026-09-01T19:26:12Z</dcterms:modified>
</cp:coreProperties>
</file>